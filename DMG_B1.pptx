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2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F32DD0-8129-0112-0ABF-05DE9F3AF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781144-C539-2628-A9E7-A483257E2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048424-724E-6B22-BADE-CED32577A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0E8191-886A-3A79-E064-3D819D48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260141-9C39-0D10-0C51-DB61F5083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854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19121B-A1F5-DC88-359A-2B75D4F0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D328F0-E307-1729-7462-FA4EC0353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96DDE7-F3E4-5086-F1F3-00FC343F5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0C3AC2-C262-8706-340F-C39D06B74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2935D6-94F8-371F-B08D-00CD2D77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134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8E497-8EB2-BB89-A894-779148016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935625-F3AE-89F8-8D01-400F63217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1F6422-A56D-3D2D-986F-0B923373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945EF3-E0B0-4E27-2B76-FB5A4FEF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43F502-371F-F7F8-D397-F90D2D16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927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90F1A-5C1D-078B-0F77-99244576A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015AC6-F94B-1191-5A12-5E164865F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C3D9C1-D5BA-795B-9738-040ECA608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CF4CAA-0841-DA36-8B3F-16CA4350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D7386C-CF99-381A-10D8-F177713E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520DCC-E768-0B2F-0703-B0165C02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3711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68DA45-B418-7741-A2A1-A7FC6E56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D06F76-1611-59AB-5AE2-24AE7224C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39FBE3-A8C5-6E48-9C0F-C97F59B1B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92F563F-80DE-8188-19FF-3F0D3EE1B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CAB7AD6-611A-0A11-89BD-DD5653B1E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3E58F2D-469C-CB63-9817-CCFD6E49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232D07-E735-5A5C-840D-7F0E03D02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67F7EC0-99D0-B7CA-E7E8-78491A45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6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7CB558-1307-6296-A5B5-7B27F027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4209AA-467E-ADFC-8917-83052855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7BDAB3-07BB-2B1B-498A-BB4E430C1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7C379E-3162-D68A-81AF-CCFDC95B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516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DFFBED6-74E2-4CDD-FFCF-B82123400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54CA53-755B-4589-99DF-BC71DCDC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B02F23-61B8-3E54-D166-471DF1AF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90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62C710-3940-238A-4CE4-125B82BE7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99704B-8532-51E2-521F-765FA70B8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67D46-71AF-CF86-C607-943B0EAC2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D205B7-E3AD-E525-E485-F2E66648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4ED009-B6DB-0F34-76E9-EF3836E6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C06020-A99B-96AF-31A5-E884D15E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778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F7026-8DA0-FA20-81D9-122A81C9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9340E32-4D02-FC92-1A4A-EF7553BCE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EFA83F-98B7-1165-2FD9-7CC0C1B9E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15814E-D55E-AC02-2BCD-BF44F029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D774C9-697F-32C7-A989-2652BF22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B40B64-247F-DFF0-5F00-E7D2726B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600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DA2D11-FE07-AAA8-7A1D-0F56F1D1B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F4A796D-AF24-46CA-CDAD-7EA52AE69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A3D49A-F837-A3B8-51B5-21C339D7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2A3C9-8F55-3444-4994-C2E9E109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A8A58F-7821-1B84-3320-9E48788C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05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95C3107-CD3E-2B6D-82DF-2682424D1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8D91E1-CF0A-8232-8663-C32C3A3A8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6F7A23-1848-9063-8697-D0C48EE6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3A6BE4-3069-3A46-94D9-7789BB9F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9D90CB-B5F5-9764-D1C0-191DBB15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65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0CF9E4-AADF-D71B-C1B5-C6E0C637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69C0A3-2432-3A33-F076-FB2CA5855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4AED28-CC08-6892-8001-C776A4A31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4282C-77BF-498E-8A72-0EBEC6AB1A94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8FC19F-D947-4712-C1D5-38AA9F744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40B75-EFE7-DED9-6961-EAEC9C6A3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709508-F61F-4FD2-AD12-B5B121AC6C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058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FC345-5F78-A536-34AF-A09FD43A7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Datenmanagement</a:t>
            </a:r>
            <a:br>
              <a:rPr lang="de-DE" dirty="0"/>
            </a:br>
            <a:r>
              <a:rPr lang="de-DE" dirty="0"/>
              <a:t>Praktikum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8E0A4D-305A-DE10-AD84-32CCA8ED00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Übung B1: </a:t>
            </a:r>
          </a:p>
          <a:p>
            <a:r>
              <a:rPr lang="de-DE" dirty="0"/>
              <a:t>Explorative Analyse und Regression</a:t>
            </a:r>
          </a:p>
          <a:p>
            <a:r>
              <a:rPr lang="de-DE" dirty="0"/>
              <a:t>Road Traffic Datensatz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0719AE6C-6100-3DB8-D0C7-A817F1EC807A}"/>
              </a:ext>
            </a:extLst>
          </p:cNvPr>
          <p:cNvSpPr txBox="1">
            <a:spLocks/>
          </p:cNvSpPr>
          <p:nvPr/>
        </p:nvSpPr>
        <p:spPr>
          <a:xfrm>
            <a:off x="1524000" y="518218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/>
              <a:t>Von:</a:t>
            </a:r>
            <a:br>
              <a:rPr lang="de-DE" sz="1600" dirty="0"/>
            </a:br>
            <a:br>
              <a:rPr lang="de-DE" sz="1600" dirty="0"/>
            </a:br>
            <a:r>
              <a:rPr lang="de-DE" sz="1600" dirty="0"/>
              <a:t>Benjamin Morina</a:t>
            </a:r>
          </a:p>
          <a:p>
            <a:r>
              <a:rPr lang="de-DE" sz="1600" dirty="0"/>
              <a:t>Jacob</a:t>
            </a:r>
          </a:p>
          <a:p>
            <a:r>
              <a:rPr lang="de-DE" sz="1600" dirty="0"/>
              <a:t>Steven</a:t>
            </a:r>
          </a:p>
        </p:txBody>
      </p:sp>
    </p:spTree>
    <p:extLst>
      <p:ext uri="{BB962C8B-B14F-4D97-AF65-F5344CB8AC3E}">
        <p14:creationId xmlns:p14="http://schemas.microsoft.com/office/powerpoint/2010/main" val="2528502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D98C5-3C47-0DDF-1D2F-EE28C836C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14800" cy="1325563"/>
          </a:xfrm>
        </p:spPr>
        <p:txBody>
          <a:bodyPr/>
          <a:lstStyle/>
          <a:p>
            <a:r>
              <a:rPr lang="de-DE" dirty="0"/>
              <a:t>Road Traffic – Unser Datensatz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1A03A0-A077-1540-825B-EAB111EE9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4800" cy="4351338"/>
          </a:xfrm>
        </p:spPr>
        <p:txBody>
          <a:bodyPr/>
          <a:lstStyle/>
          <a:p>
            <a:r>
              <a:rPr lang="de-DE" dirty="0"/>
              <a:t>Was ist das Ziel? </a:t>
            </a:r>
          </a:p>
          <a:p>
            <a:pPr lvl="1"/>
            <a:r>
              <a:rPr lang="de-DE" sz="1400" i="1" dirty="0"/>
              <a:t>Verkehr an Kreuzung 6 vorhersagen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7899138-E1BD-FA3C-7647-BA10B4654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786" y="3140869"/>
            <a:ext cx="7847076" cy="172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9CCC0-C85E-0230-05AE-C65602A4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 liegen die Daten? (Lage)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9168CE-F0DA-350C-D159-52EED5DF8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95527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Cross 2 und Cross 3 sind sich am ähnlichsten </a:t>
            </a:r>
          </a:p>
          <a:p>
            <a:pPr marL="0" indent="0">
              <a:buNone/>
            </a:pPr>
            <a:r>
              <a:rPr lang="de-DE" dirty="0"/>
              <a:t>(Mittelwert-Differenz nur 4,4)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3E70F58-8BB0-9717-060F-77C75424D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660" y="1476900"/>
            <a:ext cx="5996340" cy="44111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09EACAA-182B-B534-4893-42A3C47EE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4001294"/>
            <a:ext cx="59055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64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1C5CB-C8C9-F27F-80C4-92A6CDB6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Sollte der Datensatz standardisiert werden?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749665-5BBF-A242-2799-3748EF51F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Cross 1 hat Werte bis 352, Cross 5 nur bis 193. Das sind sehr unterschiedliche Skalen, also: Ja, standardisieren.</a:t>
            </a:r>
          </a:p>
          <a:p>
            <a:r>
              <a:rPr lang="de-DE" dirty="0"/>
              <a:t>Ohne Standardisierung würden Merkmale mit großen Zahlen das Modell dominieren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5176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0360E-6322-9245-6AFA-9A6368DC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00" y="26987"/>
            <a:ext cx="5257800" cy="1325563"/>
          </a:xfrm>
        </p:spPr>
        <p:txBody>
          <a:bodyPr/>
          <a:lstStyle/>
          <a:p>
            <a:r>
              <a:rPr lang="de-DE" dirty="0"/>
              <a:t>Wie stark streuen die Daten?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665C9AF-9C51-AABC-48A7-D826937BC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498" y="1529233"/>
            <a:ext cx="3971226" cy="3211579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71FE6DB-188A-68D6-84EF-8E54B6041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352550"/>
            <a:ext cx="4048818" cy="3388262"/>
          </a:xfrm>
          <a:prstGeom prst="rect">
            <a:avLst/>
          </a:prstGeom>
        </p:spPr>
      </p:pic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E603B1B1-3563-1CFB-85BC-F74F15298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75" y="4951827"/>
            <a:ext cx="10777025" cy="1699907"/>
          </a:xfrm>
        </p:spPr>
        <p:txBody>
          <a:bodyPr/>
          <a:lstStyle/>
          <a:p>
            <a:r>
              <a:rPr lang="de-DE" dirty="0"/>
              <a:t>Evtl. </a:t>
            </a:r>
            <a:r>
              <a:rPr lang="de-DE" dirty="0" err="1"/>
              <a:t>Barplot</a:t>
            </a:r>
            <a:r>
              <a:rPr lang="de-DE" dirty="0"/>
              <a:t> als Bild?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E39425D-0018-C432-C2B4-039A5A919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224" y="1529233"/>
            <a:ext cx="3699976" cy="321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10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2E8F17-DCDF-6AFD-7695-F618F24E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43" y="0"/>
            <a:ext cx="3574143" cy="1325563"/>
          </a:xfrm>
        </p:spPr>
        <p:txBody>
          <a:bodyPr/>
          <a:lstStyle/>
          <a:p>
            <a:r>
              <a:rPr lang="de-DE" dirty="0"/>
              <a:t>Original vs. Standardisiert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7439F0-6D29-6532-4772-F5827CCD5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543" y="1625147"/>
            <a:ext cx="3806371" cy="4667250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Nach der Standardisierung liegen alle Kreuzungen auf derselben Skala. Ausreißer und Verteilungsform bleiben sichtbar, sind aber jetzt vergleichbar.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4DFF2B8-6941-4733-7B4A-24196F055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395" y="424543"/>
            <a:ext cx="3892664" cy="300445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B5654C5-261F-6BD5-5D52-600A88165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4089" y="3705225"/>
            <a:ext cx="3866685" cy="301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29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BD493B-9BE2-31E7-7AAC-EFFE44EC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Welches Merkmal hängt am stärksten mit Cross 6 zusammen?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9322676A-AB09-C251-5F45-6D7C70D4C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209509"/>
            <a:ext cx="12209482" cy="225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4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C4405D-DE1B-6144-F006-26847A7D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stark korrelieren die Merkmale mit Cross 6?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17679B-98C6-C1E5-4A59-804D25AD7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35582" cy="4351338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Positiver Wert = mehr Verkehr an Kreuzung X → mehr an Kreuzung 6.</a:t>
            </a:r>
          </a:p>
          <a:p>
            <a:endParaRPr lang="de-DE" dirty="0"/>
          </a:p>
          <a:p>
            <a:r>
              <a:rPr lang="de-DE" dirty="0"/>
              <a:t> Negativer Wert = Weniger Verkehr an Kreuzung X, weniger an Kreuzung 6</a:t>
            </a:r>
          </a:p>
          <a:p>
            <a:endParaRPr lang="de-DE" dirty="0"/>
          </a:p>
          <a:p>
            <a:r>
              <a:rPr lang="de-DE" dirty="0"/>
              <a:t>TODO: Welches Merkmal hat den höchsten Wert? → Hervorheben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016D752-0BF7-5B47-B9D8-BC9FF1EBC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855" y="2633662"/>
            <a:ext cx="246697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72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D092B9-2DAA-8D20-F7BE-3B2E1730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Wie gut kann das Modell Cross 6 vorhersagen?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C70FE5-D462-C34F-2C9E-B38D0551A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Ergebnis:</a:t>
            </a:r>
            <a:r>
              <a:rPr lang="de-DE" dirty="0"/>
              <a:t> R² = 0,823</a:t>
            </a:r>
          </a:p>
          <a:p>
            <a:r>
              <a:rPr lang="de-DE" dirty="0"/>
              <a:t>Das Modell nutzt alle 5 Kreuzungen als Eingabe. Es erklärt ~82% des Verkehrsgeschehens an Cross 6.</a:t>
            </a:r>
          </a:p>
          <a:p>
            <a:r>
              <a:rPr lang="de-DE" dirty="0"/>
              <a:t>Daten wurden z-standardisiert übergeben</a:t>
            </a:r>
          </a:p>
        </p:txBody>
      </p:sp>
    </p:spTree>
    <p:extLst>
      <p:ext uri="{BB962C8B-B14F-4D97-AF65-F5344CB8AC3E}">
        <p14:creationId xmlns:p14="http://schemas.microsoft.com/office/powerpoint/2010/main" val="1991007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Breitbild</PresentationFormat>
  <Paragraphs>31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Datenmanagement Praktikum</vt:lpstr>
      <vt:lpstr>Road Traffic – Unser Datensatz</vt:lpstr>
      <vt:lpstr>Wo liegen die Daten? (Lage)</vt:lpstr>
      <vt:lpstr>Sollte der Datensatz standardisiert werden?</vt:lpstr>
      <vt:lpstr>Wie stark streuen die Daten?</vt:lpstr>
      <vt:lpstr>Original vs. Standardisiert</vt:lpstr>
      <vt:lpstr>Welches Merkmal hängt am stärksten mit Cross 6 zusammen?</vt:lpstr>
      <vt:lpstr>Wie stark korrelieren die Merkmale mit Cross 6?</vt:lpstr>
      <vt:lpstr>Wie gut kann das Modell Cross 6 vorhersagen?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Morina</dc:creator>
  <cp:lastModifiedBy>Benjamin Morina</cp:lastModifiedBy>
  <cp:revision>3</cp:revision>
  <dcterms:created xsi:type="dcterms:W3CDTF">2026-05-06T13:04:32Z</dcterms:created>
  <dcterms:modified xsi:type="dcterms:W3CDTF">2026-05-06T13:26:39Z</dcterms:modified>
</cp:coreProperties>
</file>